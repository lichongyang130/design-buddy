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875520" cy="12070080"/>
  <p:notesSz cx="1207008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5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SW-001 / NOTICE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visual question.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index organises imagined material conversations. The illustrated workshop is a setting, not a laboratory. Begin with something the picture invites you to notice, without turning it into a measured material property.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one visible colour or arrangement.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convincing illustration is not a tested sample.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want to inspect in a real specimen?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the distinction between inspiration and evidence.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SW-001 / 1 OF 30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5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SW-002 / NOTICE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source before the sample.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scene is a fictional watercolour. Its paper, cloth and coloured sheets have no verified composition, dimensions or supplier. A source note travels with every useful creative question.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which objects appear together.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illustrated texture does not identify composition.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source would a real material claim require?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this page as visual inspiration.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SW-002 / 2 OF 30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5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SW-003 / NOTICE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without naming performance.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surface can look rough, smooth, soft or glossy in a picture. Those visual impressions do not measure friction, flexibility, durability or any other physical property.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appears rather than is when describing a texture.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appearance cannot establish tactile behaviour.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visible, and what would require separate evidence?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original observation separate from interpretation.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SW-003 / 3 OF 30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5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SW-004 / NOTICE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colour its context.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coloured card changes its apparent relationship to neighbouring colours and imagined light. The picture supplies no calibrated colour measurement or production colour standard.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 card with its illustrated surroundings.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display and illustration are not calibrated references.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context is missing from a precise colour claim?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assigning a production colour code.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SW-004 / 4 OF 30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5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SW-005 / NOTICE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a tray organise attention.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specimen tray is an imagined arrangement of objects, not an inventory of real stock. Use grouping to generate questions rather than infer availability, price or suitability.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a grouping that makes comparison easier.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object in a picture is not an available product.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grouping would clarify your next creative question?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invent a supplier or stock count.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SW-005 / 5 OF 30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5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SW-006 / NOTICE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bounded observation.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one detail and write a short sentence about what the image shows. Follow it with something the image cannot tell you. The two sentences should do different jobs.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one visual detail.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missing information is not automatically negative.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limitation belongs next to this observation?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5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both observation and limitation visible.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SW-006 / 6 OF 30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E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BE4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SW-007 / SEPARATE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appearance from identity.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cork-coloured block may suggest a material family, but the illustration cannot identify it. Use the resemblance as a prompt, not as a composition statement.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the colour and shape without naming a material.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Resemblance does not establish identity.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document could establish an actual specimen’s identity?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fictional visual sample in a shared note.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SW-007 / 7 OF 30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E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BE4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SW-008 / SEPARATE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preference from suitability.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designer may enjoy a colour combination without knowing whether a material suits an application. This exercise supplies no product requirements, test method or use conditions.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a personal visual preference.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is not evidence of fitness for use.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requirements would a real selection need?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application question open.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SW-008 / 8 OF 30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E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BE4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SW-009 / SEPARATE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a label from a fact.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catalogue label can make a page easy to find, but it does not prove a physical characteristic. Our SW identifiers label pages, not real specimens or batches.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page ID as a filing aid.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page identifier is not traceability evidence.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real traceability need beyond a label?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present SW IDs as supplier lot numbers.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SW-009 / 9 OF 30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E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BE4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SW-010 / SEPARATE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missing from measured.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thickness, mass, strength, cost or environmental result is supplied. Missing values are not zero values. Do not fill an attractive comparison table with invented measurements.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a variable that is not supplied.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measured is different from measured zero.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a question stay useful without a made-up number?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the missing value explicitly unknown.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SW-010 / 10 OF 30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E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BE4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SW-011 / SEPARATE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mood from outcome.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sunny studio may make an arrangement feel optimistic. That mood does not establish that a real product is useful, accessible, sustainable or welcomed by its users.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the mood as a visual reading.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is not a user-study result.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separate evidence would an outcome claim require?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invent participant feedback.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SW-011 / 11 OF 30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E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BE4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SW-012 / SEPARATE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two kinds of note.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observation describes the picture; an assumption proposes something beyond it. Write them in different slips so the next reader can see the boundary.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visual description specific.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proposed explanation remains an assumption.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part of your note reaches beyond the image?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E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four slips to separate the jobs.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SW-012 / 12 OF 30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7EF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4E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SW-013 / COMPARE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questions, not properties.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 up to three pages to the comparison tray. It places their current questions and assumptions side by side. It does not rank physical materials or calculate a performance score.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pages with useful contrasting questions.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Pinned cards are creative references, not benchmarks.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this comparison help you ask?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winner or material recommendation is implied.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SW-013 / 13 OF 30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7EF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4E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SW-014 / COMPARE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comparison scope small.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 carefully labelled references can be clearer than a wall of unrelated inspiration. The tray accepts at most three pages, making the chosen scope visible.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why each card belongs in the set.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reference set is not a representative sample.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page would you remove to clarify the question?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Unpin a card rather than silently expanding the scope.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SW-014 / 14 OF 30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7EF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4E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SW-015 / COMPARE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the words you used.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two observations for differences in wording. One may describe a visible arrangement while the other implies an untested property. Revise the wording rather than pretend the missing evidence exists.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Underline a word that implies physical performance.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confident adjective can hide an unsupported claim.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could you make the sentence more precise?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the earlier question if it remains useful.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SW-015 / 15 OF 30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7EF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4E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SW-016 / COMPARE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alternatives equal room.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visual directions can remain plausible at once. The index does not require a final selection. Keep alternatives labelled without declaring an engineering or procurement decision.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what interests you in each direction.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creative shortlist is not an approved specification.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need to happen before an actual selection?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unresolved alternatives visible.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SW-016 / 16 OF 30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7EF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4E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SW-017 / COMPARE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what the image omits.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illustrated drawers may be full of appealing samples, but no maintenance, sourcing, end-of-life or real user context is provided. Absence from the picture is not evidence that these questions are unimportant.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one important topic outside the frame.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scene cannot stand in for a product lifecycle study.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would need to investigate the omitted topic?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boundary beside the visual reference.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SW-017 / 17 OF 30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EF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4E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SW-018 / COMPARE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comparison question.</a:t>
            </a:r>
            <a:endParaRPr lang="en-US" sz="2500" dirty="0"/>
          </a:p>
        </p:txBody>
      </p:sp>
      <p:pic>
        <p:nvPicPr>
          <p:cNvPr id="7" name="Image 0" descr="/home/user/design-buddy/design-buddy-home/public/atelier/swatch/images/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444752"/>
            <a:ext cx="9290304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useful comparison ends with a better question, not a fabricated verdict. State which missing source would help distinguish the alternatives in a real project.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Summarise the reason for comparing these cards.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tray supplies no test results.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source would change your understanding?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6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the selected page IDs in your export.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SW-018 / 18 OF 30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E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6E4F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SW-019 / QUESTION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about composition separately.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10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real project needs composition information, that requires an appropriate source for the actual specimen. This template supplies neither a supplier declaration nor a verified material identity.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the illustrated object as unidentified.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resemblance is not a composition record.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reliable source would identify the real specimen?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infer chemistry from the artwork.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SW-019 / 19 OF 30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E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6E4F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SW-020 / QUESTION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about conditions separately.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10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material behaviour depends on context and appropriate evaluation. This folio gives no test setup, operating instruction or permission to use tools or equipment.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an application condition that is absent.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workshop scene is not a technical procedure.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responsible for a suitable real evaluation?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 operational questions outside this template.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SW-020 / 20 OF 30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E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6E4F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SW-021 / QUESTION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about claims separately.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11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such as durable, safe or sustainable require relevant evidence and scope. None is established by a bright studio picture or a local note in this index.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a claim that would need support.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reassuring label is not certification.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evidence and scope would make the claim meaningful?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add unsupported certification language.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SW-021 / 21 OF 30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E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6E4F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SW-022 / QUESTION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about people responsibly.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11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product inquiry may involve people and appropriate review. This fictional index needs no participant names, identifiers or personal information in its browser notes.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creative question impersonal.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storage is not a secure participant system.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the question be written without personal details?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enter sensitive participant information.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SW-022 / 22 OF 30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E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6E4F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SW-023 / QUESTION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an unanswered question useful.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12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question can be specific even when no result is available. State what is unknown and why the answer would matter, without inventing an outcome to make the page look complete.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unknown in ordinary language.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open question is not a failed measurement.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an answer help someone decide?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missing evidence visible.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SW-023 / 23 OF 30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E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6E4F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SW-024 / QUESTION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next source to seek.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12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a category of source that could help a real project, such as a relevant specification or responsible specialist. This page does not supply that source or assert its contents.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type of missing source.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planned source is not evidence already obtained.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could verify that the source fits the actual context?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the action as a question, not completed research.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SW-024 / 24 OF 30</a:t>
            </a:r>
            <a:endParaRPr lang="en-US" sz="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6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SW-025 / FILE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the question with its boundary.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13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useful card keeps the inspiration, assumption and missing source together. Filing is an organisational step, not approval of a material, design or product.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all four slips before sharing.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neat archive does not verify its contents.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context would be lost if only the picture travelled?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the fictional-source label.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SW-025 / 25 OF 30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6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SW-026 / FILE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selected set visible.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13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pinned comparison tray records up to three page IDs. These are references to this folio, not specimen identifiers. Current exports preserve the chosen set with your edits.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which pages are currently pinned.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saved selection is not a material recommendation.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selected set match your current question?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Unpin references you no longer intend to include.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SW-026 / 26 OF 30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6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SW-027 / FILE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right copy to share.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14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HTML embeds the artwork, your text and private note. JSON records edits and pinned IDs. Original PDF/PPTX are fixed builds and do not automatically change when you edit the browser copy.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the version and private note before exporting.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and original exports are different copies.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version contains the question you intend to share?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share a private note unintentionally.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SW-027 / 27 OF 30</a:t>
            </a:r>
            <a:endParaRPr lang="en-US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6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SW-028 / FILE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the note, not the source.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14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text edit changes your explanation, not the underlying fictional illustration or a real test record. State the reason for an explanatory correction without implying new evidence.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sentence you changed.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revised assumption is not a new result.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misunderstanding does the correction address?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the fictional and untested status.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SW-028 / 28 OF 30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6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SW-029 / FILE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a responsible handoff.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15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handoff should explain the visual source, intended question and unresolved evidence. It should not imply that a supplier, specialist or user has approved a selection.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one creative intention and one limitation.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folio is not external approval.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separate responsible work remains?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next question bounded.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SW-029 / 29 OF 30</a:t>
            </a:r>
            <a:endParaRPr lang="en-US" sz="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6EF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329184"/>
            <a:ext cx="9290304" cy="0"/>
          </a:xfrm>
          <a:prstGeom prst="line">
            <a:avLst/>
          </a:prstGeom>
          <a:noFill/>
          <a:ln w="63500">
            <a:solidFill>
              <a:srgbClr val="1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585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2608" y="10698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MATERIAL QUESTION INDEX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099816" y="566928"/>
            <a:ext cx="6483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SW-030 / FILE / UNTESTED INSPIRATION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99816" y="841248"/>
            <a:ext cx="6483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drawer can stay open.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9290304" cy="3657600"/>
          </a:xfrm>
          <a:prstGeom prst="rect">
            <a:avLst/>
          </a:prstGeom>
          <a:solidFill>
            <a:srgbClr val="145DB3"/>
          </a:solidFill>
          <a:ln w="12700">
            <a:solidFill>
              <a:srgbClr val="F9DF8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4088" y="2560320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D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ART 15 PENDING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D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frame only, not a primary illustration. 9 of 15 independent artworks are present.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5230368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watercolour / not a tested specimen or supplier record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5705856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BOUNDARY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6053328"/>
            <a:ext cx="929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draft contains nine of fifteen independent illustrations. The final six are explicitly pending. A useful closing card leaves a clear question rather than pretending the visual archive or real-world research is complete.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608" y="7333488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0352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LOOK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current artwork count honestly.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7333488"/>
            <a:ext cx="4572000" cy="1975104"/>
          </a:xfrm>
          <a:prstGeom prst="rect">
            <a:avLst/>
          </a:prstGeom>
          <a:solidFill>
            <a:srgbClr val="F8DF87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248656" y="7571232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DO NOT ASSUME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48656" y="8028432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 frames are not extra primary illustrations.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" y="9454896"/>
            <a:ext cx="4572000" cy="1975104"/>
          </a:xfrm>
          <a:prstGeom prst="rect">
            <a:avLst/>
          </a:prstGeom>
          <a:solidFill>
            <a:srgbClr val="C9E2F6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ASK NEXT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source would help the next reader most?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9454896"/>
            <a:ext cx="4572000" cy="1975104"/>
          </a:xfrm>
          <a:prstGeom prst="rect">
            <a:avLst/>
          </a:prstGeom>
          <a:solidFill>
            <a:srgbClr val="F5F9FC"/>
          </a:solidFill>
          <a:ln w="8890">
            <a:solidFill>
              <a:srgbClr val="96AA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248656" y="9692640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1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KEEP ATTACHED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014984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inspiration separate from evidence.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" y="11667744"/>
            <a:ext cx="9290304" cy="0"/>
          </a:xfrm>
          <a:prstGeom prst="line">
            <a:avLst/>
          </a:prstGeom>
          <a:noFill/>
          <a:ln w="8890">
            <a:solidFill>
              <a:srgbClr val="92AD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18140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/ 9 OF 15 MAIN ARTWORKS / NO VERIFIED MATERIAL PROPERTIES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863840" y="1181404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58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SW-030 / 30 OF 30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SWATCH — Visual material question index draft</dc:title>
  <dc:subject>30 pages / nine of fifteen primary illustrations / no verified material properties</dc:subject>
  <dc:creator>Design Buddy</dc:creator>
  <cp:lastModifiedBy>Design Buddy</cp:lastModifiedBy>
  <cp:revision>1</cp:revision>
  <dcterms:created xsi:type="dcterms:W3CDTF">2026-10-29T10:46:29Z</dcterms:created>
  <dcterms:modified xsi:type="dcterms:W3CDTF">2026-10-29T10:46:29Z</dcterms:modified>
</cp:coreProperties>
</file>